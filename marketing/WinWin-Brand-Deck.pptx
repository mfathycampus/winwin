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5486400" cy="5486400"/>
          </a:xfrm>
          <a:prstGeom prst="ellipse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F5A623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6596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pPr algn="ctr" indent="0" marL="0">
              <a:buNone/>
            </a:pPr>
            <a:r>
              <a:rPr lang="en-US" sz="8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التسويق بالأداء في السعودية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ادفع فقط مقابل نتائج حقيقية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للبراندات  ·  winwin.sa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التحدي: الإعلان التقليدي مكلف وغير مضمون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38528" y="2194560"/>
            <a:ext cx="914400" cy="914400"/>
          </a:xfrm>
          <a:prstGeom prst="ellipse">
            <a:avLst/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38528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ميزانيات ضخمة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تدفع آلاف الريالات مقدماً بدون ضمان لأي نتيجة.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33288" y="2194560"/>
            <a:ext cx="914400" cy="914400"/>
          </a:xfrm>
          <a:prstGeom prst="ellipse">
            <a:avLst/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33288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ضمان للمشاهدة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تعرف من رأى إعلانك فعلاً، وكم منهم مهتم حقاً.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28048" y="2194560"/>
            <a:ext cx="914400" cy="914400"/>
          </a:xfrm>
          <a:prstGeom prst="ellipse">
            <a:avLst/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28048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3337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القياس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39319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وصول مبهمة يصعب ربطها بمبيعات أو تفاعل حقيقي.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وينوين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مستخدمون حقيقيون</a:t>
            </a:r>
            <a:pPr algn="r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ينشرون إعلان براندك على حساباتهم في السوشيال ميديا — </a:t>
            </a:r>
            <a:pPr algn="r"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وأنت تدفع فقط بعد التحقق من النشر الفعلي.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3611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مضمونة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ريال مقابل منشور موثّق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3832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3611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4480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أصيل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09160" y="4983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أشخاص حقيقيين لمتابعين حقيقيين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33832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3611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0" y="4480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دقيق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03920" y="4983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 بكل الأرقام لحظياً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 — ٤ خطوات بسيطة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463040" y="2103120"/>
            <a:ext cx="1051560" cy="10515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63040" y="21031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99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حملتك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لوحة التحكم: العنوان، المنصات، الميزانية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2103120"/>
            <a:ext cx="1051560" cy="105156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21031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990" dirty="0"/>
          </a:p>
        </p:txBody>
      </p:sp>
      <p:sp>
        <p:nvSpPr>
          <p:cNvPr id="9" name="Text 7"/>
          <p:cNvSpPr/>
          <p:nvPr/>
        </p:nvSpPr>
        <p:spPr>
          <a:xfrm>
            <a:off x="333756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ينشرها المستخدمون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3840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مستخدمون حقيقيون يشاركونها على حساباتهم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2103120"/>
            <a:ext cx="1051560" cy="10515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21031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99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تلقائي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يتأكد من بقاء المنشور ٣٠ دقيقة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29800" y="2103120"/>
            <a:ext cx="1051560" cy="105156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29800" y="21031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990" dirty="0"/>
          </a:p>
        </p:txBody>
      </p:sp>
      <p:sp>
        <p:nvSpPr>
          <p:cNvPr id="17" name="Text 15"/>
          <p:cNvSpPr/>
          <p:nvPr/>
        </p:nvSpPr>
        <p:spPr>
          <a:xfrm>
            <a:off x="89154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تدفع بعد النتيجة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06840" y="3840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رصيد المستخدم يُحرّر، وتقريرك يتحدّث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وينوين لبراندك؟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983480" y="2148840"/>
            <a:ext cx="1005840" cy="100584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8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 مقابل الأداء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 هدر — لا تدفع إلا عن منشور حقيقي تم التحقق منه.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86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انتشار سريع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عشرات ومئات الحسابات تنشر لك في وقت قصير.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4297680"/>
            <a:ext cx="1005840" cy="100584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4297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86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مصداقية عالية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من أشخاص يثق بهم متابعوهم أكثر من الإعلان.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07040" y="4297680"/>
            <a:ext cx="1005840" cy="100584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607040" y="4297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60" dirty="0"/>
          </a:p>
        </p:txBody>
      </p:sp>
      <p:sp>
        <p:nvSpPr>
          <p:cNvPr id="21" name="Text 19"/>
          <p:cNvSpPr/>
          <p:nvPr/>
        </p:nvSpPr>
        <p:spPr>
          <a:xfrm>
            <a:off x="6537960" y="4114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تحكم كامل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4663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أوقف، فعّل، وعدّل ميزانيتك في أي لحظة.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منصات · مضاعفات مكافأة مختلفة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👻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Snapchat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مضاعف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194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290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2900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مضاعف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194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21792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مضاعف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6840" y="19202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2194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🐦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00684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(تويتر)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0684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00684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مضاعف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زاد تفاعل المستخدم وعدد متابعيه، زاد وصول حملتك.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 البراند — كل شيء بين يديك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241280" y="1783080"/>
            <a:ext cx="868680" cy="86868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41280" y="1783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70" dirty="0"/>
          </a:p>
        </p:txBody>
      </p:sp>
      <p:sp>
        <p:nvSpPr>
          <p:cNvPr id="5" name="Text 3"/>
          <p:cNvSpPr/>
          <p:nvPr/>
        </p:nvSpPr>
        <p:spPr>
          <a:xfrm>
            <a:off x="4572000" y="1801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الحملات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0" y="22585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المنصات، الميزانية، والمدة بثوانٍ.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0" y="2880360"/>
            <a:ext cx="868680" cy="86868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0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2470" dirty="0"/>
          </a:p>
        </p:txBody>
      </p:sp>
      <p:sp>
        <p:nvSpPr>
          <p:cNvPr id="9" name="Text 7"/>
          <p:cNvSpPr/>
          <p:nvPr/>
        </p:nvSpPr>
        <p:spPr>
          <a:xfrm>
            <a:off x="4572000" y="2898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جلسات البث المباشر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33558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حملات مكثّفة بمضاعف مسائي حتى ×2.5.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241280" y="3977640"/>
            <a:ext cx="868680" cy="86868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0" y="3977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70" dirty="0"/>
          </a:p>
        </p:txBody>
      </p:sp>
      <p:sp>
        <p:nvSpPr>
          <p:cNvPr id="13" name="Text 11"/>
          <p:cNvSpPr/>
          <p:nvPr/>
        </p:nvSpPr>
        <p:spPr>
          <a:xfrm>
            <a:off x="4572000" y="3995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المنشورات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44531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منشور حقيقي موثّق مع حالته ورصيده.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241280" y="5074920"/>
            <a:ext cx="868680" cy="86868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0" y="5074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70" dirty="0"/>
          </a:p>
        </p:txBody>
      </p:sp>
      <p:sp>
        <p:nvSpPr>
          <p:cNvPr id="17" name="Text 15"/>
          <p:cNvSpPr/>
          <p:nvPr/>
        </p:nvSpPr>
        <p:spPr>
          <a:xfrm>
            <a:off x="4572000" y="50932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لحظية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55504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الوصول، الإنفاق، والأداء في مكان واحد.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1783080"/>
            <a:ext cx="1828800" cy="4206240"/>
          </a:xfrm>
          <a:prstGeom prst="roundRect">
            <a:avLst>
              <a:gd name="adj" fmla="val 6000"/>
            </a:avLst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1783080"/>
            <a:ext cx="1828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كاملة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ومباشرة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بسيط وعادل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E225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1945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٥٪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على قيمة الرصيد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تُحتسب فقط على المنشورات الحقيقية الموثّقة.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21945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١٥٪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17720" y="35204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ميزانية جلسات البث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للحملات المكثّفة عالية التفاعل.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1945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412480" y="35204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2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اشتراك مقدّمة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بدون تكاليف ثابتة — ادفع مع النتائج.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الفرصة: سوق سوشيال ميديا من الأضخم عالمياً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+90٪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انتشار الإنترنت في المملكة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434840" y="228600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+٢٦م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617720" y="36118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نشط على السوشيال ميديا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0" y="228600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412480" y="36118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الأعلى عالمياً في استخدام سناب وتيك توك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جمهورك موجود بالفعل على هذه المنصات — وينوين يوصلك إليه عبر من يثقون بهم.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2C5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ellipse">
            <a:avLst/>
          </a:prstGeom>
          <a:solidFill>
            <a:srgbClr val="F5A623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8872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جاهزون لنبدأ حملتك الأولى؟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براندك اليوم وادفع فقط مقابل نتائج حقيقية.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51960" y="4480560"/>
            <a:ext cx="3657600" cy="777240"/>
          </a:xfrm>
          <a:prstGeom prst="roundRect">
            <a:avLst>
              <a:gd name="adj" fmla="val 49412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4480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winwin.sa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0" y="58521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@winwin  ·  انشر... واكسب مكافآت حقيقية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WINوWIN — عرض البراندات</dc:title>
  <dc:subject>PptxGenJS Presentation</dc:subject>
  <dc:creator>WINوWIN</dc:creator>
  <cp:lastModifiedBy>WINوWIN</cp:lastModifiedBy>
  <cp:revision>1</cp:revision>
  <dcterms:created xsi:type="dcterms:W3CDTF">2026-07-09T04:15:24Z</dcterms:created>
  <dcterms:modified xsi:type="dcterms:W3CDTF">2026-07-09T04:15:24Z</dcterms:modified>
</cp:coreProperties>
</file>